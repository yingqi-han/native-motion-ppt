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ing-0"/>
          <p:cNvSpPr txBox="1"/>
          <p:nvPr/>
        </p:nvSpPr>
        <p:spPr>
          <a:xfrm>
            <a:off x="685800" y="10160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分别记录可测运动与检测边界。</a:t>
            </a:r>
          </a:p>
        </p:txBody>
      </p:sp>
      <p:sp>
        <p:nvSpPr>
          <p:cNvPr id="3" name="!!purpose-0"/>
          <p:cNvSpPr txBox="1"/>
          <p:nvPr/>
        </p:nvSpPr>
        <p:spPr>
          <a:xfrm>
            <a:off x="711200" y="1905000"/>
            <a:ext cx="8763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圆形旋转无方向线索；文本 Morph 与角度不由当前轮廓算法认证。</a:t>
            </a:r>
          </a:p>
        </p:txBody>
      </p:sp>
      <p:sp>
        <p:nvSpPr>
          <p:cNvPr id="4" name="!!footer-0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仓库自制几何回归；不代表真实业务数据。</a:t>
            </a:r>
          </a:p>
        </p:txBody>
      </p:sp>
      <p:sp>
        <p:nvSpPr>
          <p:cNvPr id="5" name="!!shared-text"/>
          <p:cNvSpPr txBox="1"/>
          <p:nvPr/>
        </p:nvSpPr>
        <p:spPr>
          <a:xfrm>
            <a:off x="698500" y="2540000"/>
            <a:ext cx="60325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文本主体：需要独立追踪</a:t>
            </a:r>
          </a:p>
        </p:txBody>
      </p:sp>
      <p:sp>
        <p:nvSpPr>
          <p:cNvPr id="6" name="!!measurable"/>
          <p:cNvSpPr/>
          <p:nvPr/>
        </p:nvSpPr>
        <p:spPr>
          <a:xfrm>
            <a:off x="889000" y="3683000"/>
            <a:ext cx="952500" cy="8255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ating"/>
          <p:cNvSpPr/>
          <p:nvPr/>
        </p:nvSpPr>
        <p:spPr>
          <a:xfrm>
            <a:off x="4826000" y="3429000"/>
            <a:ext cx="1016000" cy="1016000"/>
          </a:xfrm>
          <a:prstGeom prst="ellipse">
            <a:avLst/>
          </a:prstGeom>
          <a:solidFill>
            <a:srgbClr val="77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spd="fast" advClick="1" ns0:dur="350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0000000 0.000000000 C 0.002416246 0.000000000 0.004375000 -0.003482230 0.004375000 -0.007777778 C 0.004375000 -0.012073326 0.002416246 -0.015555556 0.000000000 -0.015555556 C -0.002416246 -0.015555556 -0.004375000 -0.012073326 -0.004375000 -0.007777778 C -0.004375000 -0.003482230 -0.002416246 0.000000000 0.000000000 0.000000000  E" pathEditMode="relative" rAng="0">
                                      <p:cBhvr>
                                        <p:cTn id="6" dur="1800" fill="hold" accel="25000" decel="2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00000">
                                      <p:cBhvr>
                                        <p:cTn id="8" dur="18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ing-1"/>
          <p:cNvSpPr txBox="1"/>
          <p:nvPr/>
        </p:nvSpPr>
        <p:spPr>
          <a:xfrm>
            <a:off x="685800" y="10160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未支持的对象，保留待检。</a:t>
            </a:r>
          </a:p>
        </p:txBody>
      </p:sp>
      <p:sp>
        <p:nvSpPr>
          <p:cNvPr id="3" name="!!purpose-1"/>
          <p:cNvSpPr txBox="1"/>
          <p:nvPr/>
        </p:nvSpPr>
        <p:spPr>
          <a:xfrm>
            <a:off x="711200" y="1905000"/>
            <a:ext cx="8763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圆形旋转无方向线索；文本 Morph 与角度不由当前轮廓算法认证。</a:t>
            </a:r>
          </a:p>
        </p:txBody>
      </p:sp>
      <p:sp>
        <p:nvSpPr>
          <p:cNvPr id="4" name="!!footer-1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仓库自制几何回归；不代表真实业务数据。</a:t>
            </a:r>
          </a:p>
        </p:txBody>
      </p:sp>
      <p:sp>
        <p:nvSpPr>
          <p:cNvPr id="5" name="!!shared-text"/>
          <p:cNvSpPr txBox="1"/>
          <p:nvPr/>
        </p:nvSpPr>
        <p:spPr>
          <a:xfrm>
            <a:off x="3873500" y="2349500"/>
            <a:ext cx="60325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文本主体：需要独立追踪</a:t>
            </a:r>
          </a:p>
        </p:txBody>
      </p:sp>
      <p:sp>
        <p:nvSpPr>
          <p:cNvPr id="6" name="!!measurable"/>
          <p:cNvSpPr/>
          <p:nvPr/>
        </p:nvSpPr>
        <p:spPr>
          <a:xfrm>
            <a:off x="7556500" y="3556000"/>
            <a:ext cx="1460500" cy="10795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>
        <p159:morph option="byObject"/>
      </p:transition>
    </mc:Choice>
    <mc:Fallback>
      <p:transition xmlns:ns0="http://schemas.microsoft.com/office/powerpoint/2010/main" spd="fast" advClick="1" ns0:dur="1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0000000 0.000000000 C 0.002416246 0.000000000 0.004375000 -0.003482230 0.004375000 -0.007777778 C 0.004375000 -0.012073326 0.002416246 -0.015555556 0.000000000 -0.015555556 C -0.002416246 -0.015555556 -0.004375000 -0.012073326 -0.004375000 -0.007777778 C -0.004375000 -0.003482230 -0.002416246 0.000000000 0.000000000 0.000000000  E" pathEditMode="relative" rAng="0">
                                      <p:cBhvr>
                                        <p:cTn id="6" dur="1800" fill="hold" accel="25000" decel="2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诊断边界 · 几何实播回归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