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0160000" cy="5715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SIMULATED REGRESSION. Preserve these speaker notes and original animation. Slide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SIMULATED REGRESSION. Preserve these speaker notes and original animation. Slide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SIMULATED REGRESSION. Preserve these speaker notes and original animation. Slide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section-1"/>
          <p:cNvSpPr txBox="1"/>
          <p:nvPr/>
        </p:nvSpPr>
        <p:spPr>
          <a:xfrm>
            <a:off x="685800" y="393700"/>
            <a:ext cx="74930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97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0">
                <a:solidFill>
                  <a:srgbClr val="173330"/>
                </a:solidFill>
                <a:latin typeface="Space Grotesk SemiBold"/>
                <a:ea typeface="Space Grotesk SemiBold"/>
                <a:cs typeface="Space Grotesk SemiBold"/>
              </a:rPr>
              <a:t>EXISTING PPT / SIMULATED REGRESSION</a:t>
            </a:r>
          </a:p>
        </p:txBody>
      </p:sp>
      <p:sp>
        <p:nvSpPr>
          <p:cNvPr id="3" name="!!page-1"/>
          <p:cNvSpPr txBox="1"/>
          <p:nvPr/>
        </p:nvSpPr>
        <p:spPr>
          <a:xfrm>
            <a:off x="8445500" y="393700"/>
            <a:ext cx="10795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97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0">
                <a:solidFill>
                  <a:srgbClr val="173330"/>
                </a:solidFill>
                <a:latin typeface="Space Grotesk SemiBold"/>
                <a:ea typeface="Space Grotesk SemiBold"/>
                <a:cs typeface="Space Grotesk SemiBold"/>
              </a:rPr>
              <a:t>01 / 03</a:t>
            </a:r>
          </a:p>
        </p:txBody>
      </p:sp>
      <p:sp>
        <p:nvSpPr>
          <p:cNvPr id="4" name="!!title-1"/>
          <p:cNvSpPr txBox="1"/>
          <p:nvPr/>
        </p:nvSpPr>
        <p:spPr>
          <a:xfrm>
            <a:off x="685800" y="1130300"/>
            <a:ext cx="8763000" cy="698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776"/>
              </a:lnSpc>
              <a:spcBef>
                <a:spcPts val="0"/>
              </a:spcBef>
              <a:spcAft>
                <a:spcPts val="0"/>
              </a:spcAft>
            </a:pPr>
            <a:r>
              <a:rPr sz="3200" b="0" spc="0">
                <a:solidFill>
                  <a:srgbClr val="173330"/>
                </a:solidFill>
                <a:latin typeface="Noto Serif CJK SC"/>
                <a:ea typeface="Noto Serif CJK SC"/>
                <a:cs typeface="Noto Serif CJK SC"/>
              </a:rPr>
              <a:t>把同一个论点，一起展开。</a:t>
            </a:r>
          </a:p>
        </p:txBody>
      </p:sp>
      <p:sp>
        <p:nvSpPr>
          <p:cNvPr id="5" name="!!footer-1"/>
          <p:cNvSpPr txBox="1"/>
          <p:nvPr/>
        </p:nvSpPr>
        <p:spPr>
          <a:xfrm>
            <a:off x="685800" y="5359400"/>
            <a:ext cx="8763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38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0">
                <a:solidFill>
                  <a:srgbClr val="173330"/>
                </a:solidFill>
                <a:latin typeface="Noto Sans CJK SC"/>
                <a:ea typeface="Noto Sans CJK SC"/>
                <a:cs typeface="Noto Sans CJK SC"/>
              </a:rPr>
              <a:t>仓库自制模拟样本：用于验证现成 PPT 增强，不代表客户业务内容。</a:t>
            </a:r>
          </a:p>
        </p:txBody>
      </p:sp>
      <p:sp>
        <p:nvSpPr>
          <p:cNvPr id="6" name="!!intro-1"/>
          <p:cNvSpPr txBox="1"/>
          <p:nvPr/>
        </p:nvSpPr>
        <p:spPr>
          <a:xfrm>
            <a:off x="711200" y="1968500"/>
            <a:ext cx="85725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spc="0">
                <a:solidFill>
                  <a:srgbClr val="173330"/>
                </a:solidFill>
                <a:latin typeface="Noto Sans CJK SC"/>
                <a:ea typeface="Noto Sans CJK SC"/>
                <a:cs typeface="Noto Sans CJK SC"/>
              </a:rPr>
              <a:t>先保留页面上下文，再按两个信息块展开。</a:t>
            </a:r>
          </a:p>
        </p:txBody>
      </p:sp>
      <p:sp>
        <p:nvSpPr>
          <p:cNvPr id="7" name="!!card-0"/>
          <p:cNvSpPr/>
          <p:nvPr/>
        </p:nvSpPr>
        <p:spPr>
          <a:xfrm>
            <a:off x="685800" y="2667000"/>
            <a:ext cx="4191000" cy="20955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argument-0"/>
          <p:cNvSpPr txBox="1"/>
          <p:nvPr/>
        </p:nvSpPr>
        <p:spPr>
          <a:xfrm>
            <a:off x="927100" y="3009900"/>
            <a:ext cx="3683000" cy="412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77"/>
              </a:lnSpc>
              <a:spcBef>
                <a:spcPts val="0"/>
              </a:spcBef>
              <a:spcAft>
                <a:spcPts val="0"/>
              </a:spcAft>
            </a:pPr>
            <a:r>
              <a:rPr sz="2100" b="0" spc="0">
                <a:solidFill>
                  <a:srgbClr val="173330"/>
                </a:solidFill>
                <a:latin typeface="Noto Sans CJK SC"/>
                <a:ea typeface="Noto Sans CJK SC"/>
                <a:cs typeface="Noto Sans CJK SC"/>
              </a:rPr>
              <a:t>保留现有版式</a:t>
            </a:r>
          </a:p>
        </p:txBody>
      </p:sp>
      <p:sp>
        <p:nvSpPr>
          <p:cNvPr id="9" name="!!evidence-0"/>
          <p:cNvSpPr txBox="1"/>
          <p:nvPr/>
        </p:nvSpPr>
        <p:spPr>
          <a:xfrm>
            <a:off x="927100" y="3746500"/>
            <a:ext cx="3683000" cy="698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29"/>
              </a:lnSpc>
              <a:spcBef>
                <a:spcPts val="0"/>
              </a:spcBef>
              <a:spcAft>
                <a:spcPts val="0"/>
              </a:spcAft>
            </a:pPr>
            <a:r>
              <a:rPr sz="1550" b="0" spc="0">
                <a:solidFill>
                  <a:srgbClr val="173330"/>
                </a:solidFill>
                <a:latin typeface="Noto Sans CJK SC"/>
                <a:ea typeface="Noto Sans CJK SC"/>
                <a:cs typeface="Noto Sans CJK SC"/>
              </a:rPr>
              <a:t>标题、文字、图片和备注</a:t>
            </a:r>
          </a:p>
          <a:p>
            <a:pPr algn="l">
              <a:lnSpc>
                <a:spcPts val="1829"/>
              </a:lnSpc>
              <a:spcBef>
                <a:spcPts val="0"/>
              </a:spcBef>
              <a:spcAft>
                <a:spcPts val="0"/>
              </a:spcAft>
            </a:pPr>
            <a:r>
              <a:rPr sz="1550" b="0" spc="0">
                <a:solidFill>
                  <a:srgbClr val="173330"/>
                </a:solidFill>
                <a:latin typeface="Noto Sans CJK SC"/>
                <a:ea typeface="Noto Sans CJK SC"/>
                <a:cs typeface="Noto Sans CJK SC"/>
              </a:rPr>
              <a:t>继续留在原文件结构里。</a:t>
            </a:r>
          </a:p>
        </p:txBody>
      </p:sp>
      <p:sp>
        <p:nvSpPr>
          <p:cNvPr id="10" name="!!card-1"/>
          <p:cNvSpPr/>
          <p:nvPr/>
        </p:nvSpPr>
        <p:spPr>
          <a:xfrm>
            <a:off x="5257800" y="2667000"/>
            <a:ext cx="4191000" cy="20955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argument-1"/>
          <p:cNvSpPr txBox="1"/>
          <p:nvPr/>
        </p:nvSpPr>
        <p:spPr>
          <a:xfrm>
            <a:off x="5499100" y="3009900"/>
            <a:ext cx="3683000" cy="412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77"/>
              </a:lnSpc>
              <a:spcBef>
                <a:spcPts val="0"/>
              </a:spcBef>
              <a:spcAft>
                <a:spcPts val="0"/>
              </a:spcAft>
            </a:pPr>
            <a:r>
              <a:rPr sz="2100" b="0" spc="0">
                <a:solidFill>
                  <a:srgbClr val="173330"/>
                </a:solidFill>
                <a:latin typeface="Noto Sans CJK SC"/>
                <a:ea typeface="Noto Sans CJK SC"/>
                <a:cs typeface="Noto Sans CJK SC"/>
              </a:rPr>
              <a:t>按内容块出现</a:t>
            </a:r>
          </a:p>
        </p:txBody>
      </p:sp>
      <p:sp>
        <p:nvSpPr>
          <p:cNvPr id="12" name="!!evidence-1"/>
          <p:cNvSpPr txBox="1"/>
          <p:nvPr/>
        </p:nvSpPr>
        <p:spPr>
          <a:xfrm>
            <a:off x="5499100" y="3746500"/>
            <a:ext cx="3683000" cy="698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29"/>
              </a:lnSpc>
              <a:spcBef>
                <a:spcPts val="0"/>
              </a:spcBef>
              <a:spcAft>
                <a:spcPts val="0"/>
              </a:spcAft>
            </a:pPr>
            <a:r>
              <a:rPr sz="1550" b="0" spc="0">
                <a:solidFill>
                  <a:srgbClr val="173330"/>
                </a:solidFill>
                <a:latin typeface="Noto Sans CJK SC"/>
                <a:ea typeface="Noto Sans CJK SC"/>
                <a:cs typeface="Noto Sans CJK SC"/>
              </a:rPr>
              <a:t>背景、论点与说明</a:t>
            </a:r>
          </a:p>
          <a:p>
            <a:pPr algn="l">
              <a:lnSpc>
                <a:spcPts val="1829"/>
              </a:lnSpc>
              <a:spcBef>
                <a:spcPts val="0"/>
              </a:spcBef>
              <a:spcAft>
                <a:spcPts val="0"/>
              </a:spcAft>
            </a:pPr>
            <a:r>
              <a:rPr sz="1550" b="0" spc="0">
                <a:solidFill>
                  <a:srgbClr val="173330"/>
                </a:solidFill>
                <a:latin typeface="Noto Sans CJK SC"/>
                <a:ea typeface="Noto Sans CJK SC"/>
                <a:cs typeface="Noto Sans CJK SC"/>
              </a:rPr>
              <a:t>属于同一次点击。</a:t>
            </a:r>
          </a:p>
        </p:txBody>
      </p:sp>
    </p:spTree>
  </p:cSld>
  <p:clrMapOvr>
    <a:masterClrMapping/>
  </p:clrMapOvr>
  <p:transition xmlns:ns0="http://schemas.microsoft.com/office/powerpoint/2010/main" spd="fast" advClick="1" ns0:dur="350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section-2"/>
          <p:cNvSpPr txBox="1"/>
          <p:nvPr/>
        </p:nvSpPr>
        <p:spPr>
          <a:xfrm>
            <a:off x="685800" y="393700"/>
            <a:ext cx="74930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97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0">
                <a:solidFill>
                  <a:srgbClr val="173330"/>
                </a:solidFill>
                <a:latin typeface="Space Grotesk SemiBold"/>
                <a:ea typeface="Space Grotesk SemiBold"/>
                <a:cs typeface="Space Grotesk SemiBold"/>
              </a:rPr>
              <a:t>EXISTING PPT / SIMULATED REGRESSION</a:t>
            </a:r>
          </a:p>
        </p:txBody>
      </p:sp>
      <p:sp>
        <p:nvSpPr>
          <p:cNvPr id="3" name="!!page-2"/>
          <p:cNvSpPr txBox="1"/>
          <p:nvPr/>
        </p:nvSpPr>
        <p:spPr>
          <a:xfrm>
            <a:off x="8445500" y="393700"/>
            <a:ext cx="10795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97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0">
                <a:solidFill>
                  <a:srgbClr val="173330"/>
                </a:solidFill>
                <a:latin typeface="Space Grotesk SemiBold"/>
                <a:ea typeface="Space Grotesk SemiBold"/>
                <a:cs typeface="Space Grotesk SemiBold"/>
              </a:rPr>
              <a:t>02 / 03</a:t>
            </a:r>
          </a:p>
        </p:txBody>
      </p:sp>
      <p:sp>
        <p:nvSpPr>
          <p:cNvPr id="4" name="!!title-2"/>
          <p:cNvSpPr txBox="1"/>
          <p:nvPr/>
        </p:nvSpPr>
        <p:spPr>
          <a:xfrm>
            <a:off x="685800" y="1130300"/>
            <a:ext cx="8763000" cy="698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776"/>
              </a:lnSpc>
              <a:spcBef>
                <a:spcPts val="0"/>
              </a:spcBef>
              <a:spcAft>
                <a:spcPts val="0"/>
              </a:spcAft>
            </a:pPr>
            <a:r>
              <a:rPr sz="3200" b="0" spc="0">
                <a:solidFill>
                  <a:srgbClr val="173330"/>
                </a:solidFill>
                <a:latin typeface="Noto Serif CJK SC"/>
                <a:ea typeface="Noto Serif CJK SC"/>
                <a:cs typeface="Noto Serif CJK SC"/>
              </a:rPr>
              <a:t>图表与说明，保持关联。</a:t>
            </a:r>
          </a:p>
        </p:txBody>
      </p:sp>
      <p:sp>
        <p:nvSpPr>
          <p:cNvPr id="5" name="!!footer-2"/>
          <p:cNvSpPr txBox="1"/>
          <p:nvPr/>
        </p:nvSpPr>
        <p:spPr>
          <a:xfrm>
            <a:off x="685800" y="5359400"/>
            <a:ext cx="8763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38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0">
                <a:solidFill>
                  <a:srgbClr val="173330"/>
                </a:solidFill>
                <a:latin typeface="Noto Sans CJK SC"/>
                <a:ea typeface="Noto Sans CJK SC"/>
                <a:cs typeface="Noto Sans CJK SC"/>
              </a:rPr>
              <a:t>仓库自制模拟样本：用于验证现成 PPT 增强，不代表客户业务内容。</a:t>
            </a:r>
          </a:p>
        </p:txBody>
      </p:sp>
      <p:sp>
        <p:nvSpPr>
          <p:cNvPr id="6" name="!!intro-2"/>
          <p:cNvSpPr txBox="1"/>
          <p:nvPr/>
        </p:nvSpPr>
        <p:spPr>
          <a:xfrm>
            <a:off x="711200" y="1968500"/>
            <a:ext cx="87630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spc="0">
                <a:solidFill>
                  <a:srgbClr val="173330"/>
                </a:solidFill>
                <a:latin typeface="Noto Sans CJK SC"/>
                <a:ea typeface="Noto Sans CJK SC"/>
                <a:cs typeface="Noto Sans CJK SC"/>
              </a:rPr>
              <a:t>图表作为一个原生组合出现，图片与说明一起出现。</a:t>
            </a:r>
          </a:p>
        </p:txBody>
      </p:sp>
      <p:grpSp>
        <p:nvGrpSpPr>
          <p:cNvPr id="7" name="!!chart-group"/>
          <p:cNvGrpSpPr/>
          <p:nvPr/>
        </p:nvGrpSpPr>
        <p:grpSpPr>
          <a:xfrm>
            <a:off x="857250" y="2603500"/>
            <a:ext cx="4127500" cy="2222500"/>
            <a:chOff x="0" y="0"/>
            <a:chExt cx="4127500" cy="2222500"/>
          </a:xfrm>
        </p:grpSpPr>
        <p:cxnSp>
          <p:nvCxnSpPr>
            <p:cNvPr id="8" name="!!chart-axis"/>
            <p:cNvCxnSpPr/>
            <p:nvPr/>
          </p:nvCxnSpPr>
          <p:spPr>
            <a:xfrm>
              <a:off x="317500" y="1714500"/>
              <a:ext cx="3556000" cy="6350"/>
            </a:xfrm>
            <a:prstGeom prst="line">
              <a:avLst/>
            </a:prstGeom>
            <a:ln w="12700">
              <a:solidFill>
                <a:srgbClr val="52676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!!chart-label"/>
            <p:cNvSpPr txBox="1"/>
            <p:nvPr/>
          </p:nvSpPr>
          <p:spPr>
            <a:xfrm>
              <a:off x="317500" y="0"/>
              <a:ext cx="3619500" cy="28575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0" spc="0">
                  <a:solidFill>
                    <a:srgbClr val="173330"/>
                  </a:solidFill>
                  <a:latin typeface="Noto Sans CJK SC"/>
                  <a:ea typeface="Noto Sans CJK SC"/>
                  <a:cs typeface="Noto Sans CJK SC"/>
                </a:rPr>
                <a:t>模拟完成度（%）</a:t>
              </a:r>
            </a:p>
          </p:txBody>
        </p:sp>
        <p:sp>
          <p:nvSpPr>
            <p:cNvPr id="10" name="!!bar-0"/>
            <p:cNvSpPr/>
            <p:nvPr/>
          </p:nvSpPr>
          <p:spPr>
            <a:xfrm>
              <a:off x="952500" y="571500"/>
              <a:ext cx="603250" cy="1143000"/>
            </a:xfrm>
            <a:prstGeom prst="rect">
              <a:avLst/>
            </a:prstGeom>
            <a:solidFill>
              <a:srgbClr val="00766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!!value-0"/>
            <p:cNvSpPr txBox="1"/>
            <p:nvPr/>
          </p:nvSpPr>
          <p:spPr>
            <a:xfrm>
              <a:off x="889000" y="285750"/>
              <a:ext cx="730250" cy="2667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lnSpc>
                  <a:spcPts val="165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0" spc="0">
                  <a:solidFill>
                    <a:srgbClr val="173330"/>
                  </a:solidFill>
                  <a:latin typeface="Noto Sans CJK SC"/>
                  <a:ea typeface="Noto Sans CJK SC"/>
                  <a:cs typeface="Noto Sans CJK SC"/>
                </a:rPr>
                <a:t>60</a:t>
              </a:r>
            </a:p>
          </p:txBody>
        </p:sp>
        <p:sp>
          <p:nvSpPr>
            <p:cNvPr id="12" name="!!label-0"/>
            <p:cNvSpPr txBox="1"/>
            <p:nvPr/>
          </p:nvSpPr>
          <p:spPr>
            <a:xfrm>
              <a:off x="825500" y="1873250"/>
              <a:ext cx="889000" cy="28575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lnSpc>
                  <a:spcPts val="147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50" b="0" spc="0">
                  <a:solidFill>
                    <a:srgbClr val="173330"/>
                  </a:solidFill>
                  <a:latin typeface="Noto Sans CJK SC"/>
                  <a:ea typeface="Noto Sans CJK SC"/>
                  <a:cs typeface="Noto Sans CJK SC"/>
                </a:rPr>
                <a:t>方案 A</a:t>
              </a:r>
            </a:p>
          </p:txBody>
        </p:sp>
        <p:sp>
          <p:nvSpPr>
            <p:cNvPr id="13" name="!!bar-1"/>
            <p:cNvSpPr/>
            <p:nvPr/>
          </p:nvSpPr>
          <p:spPr>
            <a:xfrm>
              <a:off x="2413000" y="1047750"/>
              <a:ext cx="603250" cy="666750"/>
            </a:xfrm>
            <a:prstGeom prst="rect">
              <a:avLst/>
            </a:prstGeom>
            <a:solidFill>
              <a:srgbClr val="B3573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!!value-1"/>
            <p:cNvSpPr txBox="1"/>
            <p:nvPr/>
          </p:nvSpPr>
          <p:spPr>
            <a:xfrm>
              <a:off x="2349500" y="762000"/>
              <a:ext cx="730250" cy="2667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lnSpc>
                  <a:spcPts val="165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0" spc="0">
                  <a:solidFill>
                    <a:srgbClr val="173330"/>
                  </a:solidFill>
                  <a:latin typeface="Noto Sans CJK SC"/>
                  <a:ea typeface="Noto Sans CJK SC"/>
                  <a:cs typeface="Noto Sans CJK SC"/>
                </a:rPr>
                <a:t>35</a:t>
              </a:r>
            </a:p>
          </p:txBody>
        </p:sp>
        <p:sp>
          <p:nvSpPr>
            <p:cNvPr id="15" name="!!label-1"/>
            <p:cNvSpPr txBox="1"/>
            <p:nvPr/>
          </p:nvSpPr>
          <p:spPr>
            <a:xfrm>
              <a:off x="2286000" y="1873250"/>
              <a:ext cx="889000" cy="28575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lnSpc>
                  <a:spcPts val="147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50" b="0" spc="0">
                  <a:solidFill>
                    <a:srgbClr val="173330"/>
                  </a:solidFill>
                  <a:latin typeface="Noto Sans CJK SC"/>
                  <a:ea typeface="Noto Sans CJK SC"/>
                  <a:cs typeface="Noto Sans CJK SC"/>
                </a:rPr>
                <a:t>方案 B</a:t>
              </a:r>
            </a:p>
          </p:txBody>
        </p:sp>
      </p:grpSp>
      <p:sp>
        <p:nvSpPr>
          <p:cNvPr id="16" name="!!picture-caption"/>
          <p:cNvSpPr txBox="1"/>
          <p:nvPr/>
        </p:nvSpPr>
        <p:spPr>
          <a:xfrm>
            <a:off x="6000750" y="4000500"/>
            <a:ext cx="3175000" cy="635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spc="0">
                <a:solidFill>
                  <a:srgbClr val="173330"/>
                </a:solidFill>
                <a:latin typeface="Noto Sans CJK SC"/>
                <a:ea typeface="Noto Sans CJK SC"/>
                <a:cs typeface="Noto Sans CJK SC"/>
              </a:rPr>
              <a:t>保留原始图片字节</a:t>
            </a:r>
          </a:p>
          <a:p>
            <a:pPr algn="l">
              <a:lnSpc>
                <a:spcPts val="177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spc="0">
                <a:solidFill>
                  <a:srgbClr val="173330"/>
                </a:solidFill>
                <a:latin typeface="Noto Sans CJK SC"/>
                <a:ea typeface="Noto Sans CJK SC"/>
                <a:cs typeface="Noto Sans CJK SC"/>
              </a:rPr>
              <a:t>只给原生对象添加淡入。</a:t>
            </a:r>
          </a:p>
        </p:txBody>
      </p:sp>
      <p:pic>
        <p:nvPicPr>
          <p:cNvPr id="17" name="original-pictur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1500" y="2667000"/>
            <a:ext cx="1524000" cy="1143000"/>
          </a:xfrm>
          <a:prstGeom prst="rect">
            <a:avLst/>
          </a:prstGeom>
        </p:spPr>
      </p:pic>
    </p:spTree>
  </p:cSld>
  <p:clrMapOvr>
    <a:masterClrMapping/>
  </p:clrMapOvr>
  <p:transition xmlns:ns0="http://schemas.microsoft.com/office/powerpoint/2010/main" spd="fast" advClick="1" ns0:dur="350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section-3"/>
          <p:cNvSpPr txBox="1"/>
          <p:nvPr/>
        </p:nvSpPr>
        <p:spPr>
          <a:xfrm>
            <a:off x="685800" y="393700"/>
            <a:ext cx="74930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97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0">
                <a:solidFill>
                  <a:srgbClr val="173330"/>
                </a:solidFill>
                <a:latin typeface="Space Grotesk SemiBold"/>
                <a:ea typeface="Space Grotesk SemiBold"/>
                <a:cs typeface="Space Grotesk SemiBold"/>
              </a:rPr>
              <a:t>EXISTING PPT / SIMULATED REGRESSION</a:t>
            </a:r>
          </a:p>
        </p:txBody>
      </p:sp>
      <p:sp>
        <p:nvSpPr>
          <p:cNvPr id="3" name="!!page-3"/>
          <p:cNvSpPr txBox="1"/>
          <p:nvPr/>
        </p:nvSpPr>
        <p:spPr>
          <a:xfrm>
            <a:off x="8445500" y="393700"/>
            <a:ext cx="10795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97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0">
                <a:solidFill>
                  <a:srgbClr val="173330"/>
                </a:solidFill>
                <a:latin typeface="Space Grotesk SemiBold"/>
                <a:ea typeface="Space Grotesk SemiBold"/>
                <a:cs typeface="Space Grotesk SemiBold"/>
              </a:rPr>
              <a:t>03 / 03</a:t>
            </a:r>
          </a:p>
        </p:txBody>
      </p:sp>
      <p:sp>
        <p:nvSpPr>
          <p:cNvPr id="4" name="!!title-3"/>
          <p:cNvSpPr txBox="1"/>
          <p:nvPr/>
        </p:nvSpPr>
        <p:spPr>
          <a:xfrm>
            <a:off x="685800" y="1130300"/>
            <a:ext cx="8763000" cy="698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776"/>
              </a:lnSpc>
              <a:spcBef>
                <a:spcPts val="0"/>
              </a:spcBef>
              <a:spcAft>
                <a:spcPts val="0"/>
              </a:spcAft>
            </a:pPr>
            <a:r>
              <a:rPr sz="3200" b="0" spc="0">
                <a:solidFill>
                  <a:srgbClr val="173330"/>
                </a:solidFill>
                <a:latin typeface="Noto Serif CJK SC"/>
                <a:ea typeface="Noto Serif CJK SC"/>
                <a:cs typeface="Noto Serif CJK SC"/>
              </a:rPr>
              <a:t>已有动画，按原样保留。</a:t>
            </a:r>
          </a:p>
        </p:txBody>
      </p:sp>
      <p:sp>
        <p:nvSpPr>
          <p:cNvPr id="5" name="!!footer-3"/>
          <p:cNvSpPr txBox="1"/>
          <p:nvPr/>
        </p:nvSpPr>
        <p:spPr>
          <a:xfrm>
            <a:off x="685800" y="5359400"/>
            <a:ext cx="8763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38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0">
                <a:solidFill>
                  <a:srgbClr val="173330"/>
                </a:solidFill>
                <a:latin typeface="Noto Sans CJK SC"/>
                <a:ea typeface="Noto Sans CJK SC"/>
                <a:cs typeface="Noto Sans CJK SC"/>
              </a:rPr>
              <a:t>仓库自制模拟样本：用于验证现成 PPT 增强，不代表客户业务内容。</a:t>
            </a:r>
          </a:p>
        </p:txBody>
      </p:sp>
      <p:sp>
        <p:nvSpPr>
          <p:cNvPr id="6" name="!!intro-3"/>
          <p:cNvSpPr txBox="1"/>
          <p:nvPr/>
        </p:nvSpPr>
        <p:spPr>
          <a:xfrm>
            <a:off x="711200" y="2032000"/>
            <a:ext cx="87630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spc="0">
                <a:solidFill>
                  <a:srgbClr val="173330"/>
                </a:solidFill>
                <a:latin typeface="Noto Sans CJK SC"/>
                <a:ea typeface="Noto Sans CJK SC"/>
                <a:cs typeface="Noto Sans CJK SC"/>
              </a:rPr>
              <a:t>这一页含原有运动与点击入场，增强时整页跳过。</a:t>
            </a:r>
          </a:p>
        </p:txBody>
      </p:sp>
      <p:sp>
        <p:nvSpPr>
          <p:cNvPr id="7" name="!!existing-token"/>
          <p:cNvSpPr/>
          <p:nvPr/>
        </p:nvSpPr>
        <p:spPr>
          <a:xfrm>
            <a:off x="1016000" y="3175000"/>
            <a:ext cx="952500" cy="952500"/>
          </a:xfrm>
          <a:prstGeom prst="ellipse">
            <a:avLst/>
          </a:prstGeom>
          <a:solidFill>
            <a:srgbClr val="4460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existing-click"/>
          <p:cNvSpPr txBox="1"/>
          <p:nvPr/>
        </p:nvSpPr>
        <p:spPr>
          <a:xfrm>
            <a:off x="3302000" y="3397250"/>
            <a:ext cx="5397500" cy="635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77"/>
              </a:lnSpc>
              <a:spcBef>
                <a:spcPts val="0"/>
              </a:spcBef>
              <a:spcAft>
                <a:spcPts val="0"/>
              </a:spcAft>
            </a:pPr>
            <a:r>
              <a:rPr sz="2100" b="0" spc="0">
                <a:solidFill>
                  <a:srgbClr val="173330"/>
                </a:solidFill>
                <a:latin typeface="Noto Sans CJK SC"/>
                <a:ea typeface="Noto Sans CJK SC"/>
                <a:cs typeface="Noto Sans CJK SC"/>
              </a:rPr>
              <a:t>原来的第一次点击，仍然有效。</a:t>
            </a:r>
          </a:p>
        </p:txBody>
      </p:sp>
    </p:spTree>
  </p:cSld>
  <p:clrMapOvr>
    <a:masterClrMapping/>
  </p:clrMapOvr>
  <p:transition xmlns:ns0="http://schemas.microsoft.com/office/powerpoint/2010/main" spd="fast" advClick="1" ns0:dur="3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.000000000 0.000000000 L 0.040625000 0.000000000 E" pathEditMode="relative" rAng="0">
                                      <p:cBhvr>
                                        <p:cTn id="6" dur="1800" fill="hold" accel="10000" decel="65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50" fill="hold" accel="10000" decel="65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现有 PPT 增强 · 仓库自制模拟回归</dc:title>
  <dc:subject/>
  <dc:creator>Native Motion Studio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