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morph-probe"/>
          <p:cNvSpPr/>
          <p:nvPr/>
        </p:nvSpPr>
        <p:spPr>
          <a:xfrm>
            <a:off x="1651000" y="2857500"/>
            <a:ext cx="1143000" cy="1143000"/>
          </a:xfrm>
          <a:prstGeom prst="rect">
            <a:avLst/>
          </a:prstGeom>
          <a:solidFill>
            <a:srgbClr val="007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ns0="http://schemas.microsoft.com/office/powerpoint/2010/main" spd="fast" advClick="1" ns0:dur="0"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morph-probe"/>
          <p:cNvSpPr/>
          <p:nvPr/>
        </p:nvSpPr>
        <p:spPr>
          <a:xfrm>
            <a:off x="8255000" y="2222500"/>
            <a:ext cx="2286000" cy="2286000"/>
          </a:xfrm>
          <a:prstGeom prst="rect">
            <a:avLst/>
          </a:prstGeom>
          <a:solidFill>
            <a:srgbClr val="007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ns0="http://schemas.microsoft.com/office/powerpoint/2010/main" spd="fast" advClick="1" ns0:dur="1600">
        <p159:morph option="byObject"/>
      </p:transition>
    </mc:Choice>
    <mc:Fallback>
      <p:transition xmlns:ns0="http://schemas.microsoft.com/office/powerpoint/2010/main" spd="fast" advClick="1" ns0:dur="16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native Morph diagnostic</dc:title>
  <dc:subject/>
  <dc:creator>Native Motion Studio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